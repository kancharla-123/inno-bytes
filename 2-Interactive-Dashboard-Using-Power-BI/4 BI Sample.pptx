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EEB8-564A-778C-804B-EC6386053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E20E3-F1DA-5820-D4D9-C4344C7BE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C4DA8-5216-0DE3-DB98-43D61EAA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CB33-8C8F-36EC-28A8-B85B736C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D1493-372F-518A-4F3E-1C5DF513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65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ECD0-8FE6-FFA5-2C05-C00B16FF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CA90C-84A8-C2CD-460C-2C23C99E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AA89A-06A8-F66C-D67F-82C58134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2BCF-1E37-5FA8-F256-2AB64BBD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62CA7-7E84-F178-584D-6226C3C1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54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D14C-6F10-1E18-CECA-C3BC3891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8CAA3-A983-B3CE-3656-69F7A0BA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AA95A-C29B-3AC0-5AF7-3A77C83F1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FE0FC-1872-4873-3D0B-FAEA221F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E44DF-E453-2C5A-9570-29615C75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2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4B4D-0AAE-E9B8-59B3-D9AEB08D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35A06-987D-851B-159B-14D72FA6C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D01C6-AB9D-C20D-AC61-269A4870C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4361C-3AE1-6318-4D4A-AC7BBB01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906F9-9F97-A9AB-9BFB-954B21F39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9B990-A64F-8EDF-0F8E-3BEB0C8E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33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EDB6-187C-4939-229C-AE6D4AB0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BE65E-B3A6-56FA-9DEB-4AE2FA05D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CE701-CDD9-326A-2C0E-DF15BE58A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0348C-8D9E-FABB-660D-BA062F24D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7CB87-99A5-4C50-0189-ABC09906B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F9E2D7-FBC4-1D80-DE7E-6D12DFCA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49FC2-73DE-CEE1-4140-D90192A9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FA6A6-344D-0DB6-04B3-56311BE1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5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8013-1498-0561-F169-C48A8E976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6F486-7984-9454-9D09-6B8E8F45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03134-34C7-10D7-7F0F-3A50AFB5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174B2-89C7-56C6-F98A-E1BAF1FE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7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5D7E8-3BB2-F7B1-A5E7-22A4BC4D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905AA-F5B5-118E-2A35-C6144F27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E803E-347A-385E-B5C2-39B911A7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85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D434-26AE-B136-93E2-9125F683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AFDEC-BD12-0757-7E89-6284B0E73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2D4AD-370A-3974-7032-1CF041655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B2A07-C80E-3C26-446F-C30B8C10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BB0F1-15BF-AA20-F15C-72BB5DA1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EF62F-04C8-9E94-99EA-F92C1404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092E-B213-CD50-8D4F-56BE34A7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57334-D771-9108-40D1-02586B356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9657B-6807-78AD-B751-CC7BC226F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A920B-9E54-8916-206C-699E216F9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00C2A-384C-DD92-5A6A-ED488DD3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07C7B-38AA-5618-D086-83EF32C5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5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903D-A09A-2C5E-39A7-4CBA3D98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D0BF3-5BE8-F8A6-03D4-99F71AF64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03CFD-73B8-8FF0-B23E-65F5AF1D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10A54-D783-86BE-0D07-82AA682B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F9BBE-E35A-7C0F-C36F-9C4264ED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4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57CDF-BEAD-193D-B08F-82AB38B56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3C10F-9068-48C1-45FF-D45CE0A94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46588-545D-C796-915F-545C32B8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6DD5F-81E7-3977-89D6-E73AE631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BDF3C-EDC2-F039-1873-A2BAF322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09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DDDF87-7C68-AD27-509B-7535463D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C3C0B-6547-0FE6-4E33-202AF94B6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4E17-D4A0-67CF-2F4B-3C883807A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076AC-2E2F-4303-815C-2C15FA10D5C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CCF9-0EE5-A86D-232B-2EC1E7558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3D5A9-0261-A8E8-7E9B-2E7FD74C8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9ECF8-C11A-40BA-AD9A-D17498A2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75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05AB-373F-ECCB-A770-2E6F00C0E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2D609-C752-0B0C-F356-2060354D6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B2C15D1B-C021-6F92-13DB-5BB5A0DFA0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3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81"/>
    </mc:Choice>
    <mc:Fallback>
      <p:transition spd="slow" advTm="230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kanchrala eswar</dc:creator>
  <cp:lastModifiedBy>kanchrala eswar</cp:lastModifiedBy>
  <cp:revision>1</cp:revision>
  <dcterms:created xsi:type="dcterms:W3CDTF">2025-02-12T08:52:35Z</dcterms:created>
  <dcterms:modified xsi:type="dcterms:W3CDTF">2025-02-12T08:52:54Z</dcterms:modified>
</cp:coreProperties>
</file>